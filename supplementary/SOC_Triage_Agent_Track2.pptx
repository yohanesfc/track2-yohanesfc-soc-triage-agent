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59" r:id="rId6"/>
    <p:sldId id="260" r:id="rId7"/>
    <p:sldId id="264" r:id="rId8"/>
    <p:sldId id="261" r:id="rId9"/>
    <p:sldId id="266" r:id="rId10"/>
    <p:sldId id="262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5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497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59" y="1965960"/>
            <a:ext cx="103228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v-SE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AI DevMaster Radeon GPU Hackathon </a:t>
            </a: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 ·  TRACK 2: AGENTIC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Triage Agent (Private)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locally-deployed AI agent that triages security alerts entirely on-device — powered by AMD Radeon GPU inference.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Author: Yohanes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Lengkong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github.com/yohanesfc/Track2-yohanesfc-soc-triage-agent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are overwhelmed by alerts from multiple tools — and the data is too sensitive to hand to a third-party cloud AI.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146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flood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9319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Wazuh, Suricata, and Greenbone each generate a constant, high-volume stream of alerts.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5146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inconsistent triage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9319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mapping an alert to the right ATT&amp;CK technique and CVE takes time and varies by analyst.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5146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6676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can't leave the network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39319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telemetry is sensitive — it shouldn't be sent to an external cloud LLM for analysis.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81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653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· Suricata · Greenbone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778240" y="137160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8915400" y="1481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15400" y="18653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· CVE (RAG)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66160" y="251460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6243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3320" y="30083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· tool calls · memory · permissions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365760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3A4A9E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37673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on Radeon GPU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41513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· gfx1100 · ROCm 7.2.1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66160" y="480060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D64550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49103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interface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03320" y="52943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incident recommendation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0" y="2286000"/>
            <a:ext cx="1584961" cy="265176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8595360" y="2286000"/>
            <a:ext cx="1554480" cy="22860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3383280"/>
            <a:ext cx="0" cy="41148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80760" y="4526280"/>
            <a:ext cx="0" cy="41148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data never leaves this loop — all inference is local.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28AA0D-C30C-C233-858F-AFF9140D1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125" y="1851579"/>
            <a:ext cx="7201750" cy="315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31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capabilities — 5 of 5 implemented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904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knowledge retrieval (RAG)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Keyword-scored retrieval over a local MITRE ATT&amp;CK / CVE corpus — zero external dependencies.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502920" cy="50292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3500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invocation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715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Wazuh, Suricata, and Greenbone connectors as needed to enrich an alert.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355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2826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task planning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64845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context → decide on tool calls → re-prompt with results → final recommendation.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288536"/>
            <a:ext cx="502920" cy="50292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215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58114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conversation buffer lets an analyst ask follow-up questions with context retained.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52212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221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51480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control &amp; privacy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51383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field redaction applied before any alert data reaches the LLM.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local 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632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Qwen3-8B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— base model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0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6328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vLLM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serving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6328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gfx1100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Radeon RDNA3 GPU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0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63280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ROCm 7.2.1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32688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platform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type: </a:t>
            </a:r>
            <a:r>
              <a:rPr lang="en-US" sz="1350" dirty="0">
                <a:solidFill>
                  <a:srgbClr val="D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Model API on Radeon Cloud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command: </a:t>
            </a:r>
            <a:r>
              <a:rPr lang="en-US" sz="1350" dirty="0">
                <a:solidFill>
                  <a:srgbClr val="D9E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 serve &lt;model&gt; --host 0.0.0.0 --port 8000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strategy: </a:t>
            </a:r>
            <a:r>
              <a:rPr lang="en-US" sz="1350" dirty="0">
                <a:solidFill>
                  <a:srgbClr val="D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logic built and fully tested against a mock LLM client first, then wired to the live Radeon-served model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E46337F-48ED-E22B-8631-0B9827707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93" y="1344130"/>
            <a:ext cx="10722269" cy="23014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9AAAB1-D7D2-3AA0-8A39-00467442B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94" y="3645569"/>
            <a:ext cx="10722269" cy="18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155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scenario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correlated SSH brute-force incident, triaged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received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+ Suricata both flag repeated SSH failures from the same source IP.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73552" y="3794760"/>
            <a:ext cx="17373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057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retrieved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2918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Agent's RAG layer surfaces MITRE T1110 — Brute Force.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08192" y="3794760"/>
            <a:ext cx="17373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057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9224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32918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Greenbone lookup finds a matching OpenSSH CVE (regreSSHion) on the target host.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42832" y="3794760"/>
            <a:ext cx="17373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2057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32688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0" y="32918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source IP, check for successful logins, escalate if host is externally facing.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7F0828-F38C-7EFC-699D-BB5279D25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01" y="449322"/>
            <a:ext cx="11286198" cy="59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47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Radeon GPU optimization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 approach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vLLM's PagedAttention and continuous batching run natively on ROCm, so the model is served directly on the Radeon GPU (gfx1100) without a translation layer.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40080" cy="6400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2834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GPU execution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rocm-smi confirms GPU utilization rises during inference requests — demonstrated live in the demo video, not simulated.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2211" y="593878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2211" y="630454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and latency benchmarks (tokens/sec, time-to-first-token) measured directly on the Radeon Cloud instance are included in the Project Specification Document alongside this deck.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5FC07CA-0E2D-F3A8-3F0C-E8457A4C7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277" y="3931920"/>
            <a:ext cx="8689206" cy="15393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754880" cy="475488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Private, local, on Radeon.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5 core capabilities implemented and verified end to end.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github.com/yohanesfc/Track2-yohanesfc-soc-triage-agent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571</Words>
  <Application>Microsoft Office PowerPoint</Application>
  <PresentationFormat>Widescreen</PresentationFormat>
  <Paragraphs>91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Yohanes L</cp:lastModifiedBy>
  <cp:revision>3</cp:revision>
  <dcterms:created xsi:type="dcterms:W3CDTF">2026-08-04T03:16:34Z</dcterms:created>
  <dcterms:modified xsi:type="dcterms:W3CDTF">2026-08-05T07:47:12Z</dcterms:modified>
</cp:coreProperties>
</file>